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9" roundtripDataSignature="AMtx7mgsh+bR817+rWVQh/bR8/kvuPgy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4" y="-17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-&#10;überschrift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 mit Überschrift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 mit Überschrift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vertikaler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kaler Titel u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Bildergebnis fÃ¼r arduino nano w5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6086" y="1083646"/>
            <a:ext cx="2808312" cy="1611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descr="Bildergebnis fÃ¼r arduino nano w51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6440" y="3444072"/>
            <a:ext cx="2941272" cy="218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 descr="Bildergebnis fÃ¼r arduino nano"/>
          <p:cNvPicPr preferRelativeResize="0"/>
          <p:nvPr/>
        </p:nvPicPr>
        <p:blipFill rotWithShape="1">
          <a:blip r:embed="rId5">
            <a:alphaModFix/>
          </a:blip>
          <a:srcRect l="24930" t="14451" r="28683" b="49109"/>
          <a:stretch/>
        </p:blipFill>
        <p:spPr>
          <a:xfrm>
            <a:off x="537230" y="1369737"/>
            <a:ext cx="3154680" cy="1325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"/>
          <p:cNvCxnSpPr/>
          <p:nvPr/>
        </p:nvCxnSpPr>
        <p:spPr>
          <a:xfrm>
            <a:off x="3201526" y="2488915"/>
            <a:ext cx="0" cy="1776386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88" name="Google Shape;88;p1"/>
          <p:cNvCxnSpPr/>
          <p:nvPr/>
        </p:nvCxnSpPr>
        <p:spPr>
          <a:xfrm rot="10800000">
            <a:off x="3201526" y="4265301"/>
            <a:ext cx="3104728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89" name="Google Shape;89;p1"/>
          <p:cNvCxnSpPr/>
          <p:nvPr/>
        </p:nvCxnSpPr>
        <p:spPr>
          <a:xfrm>
            <a:off x="2856964" y="2462440"/>
            <a:ext cx="0" cy="7392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90" name="Google Shape;90;p1"/>
          <p:cNvCxnSpPr/>
          <p:nvPr/>
        </p:nvCxnSpPr>
        <p:spPr>
          <a:xfrm rot="10800000">
            <a:off x="2842978" y="3214248"/>
            <a:ext cx="5479500" cy="138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91" name="Google Shape;91;p1"/>
          <p:cNvCxnSpPr/>
          <p:nvPr/>
        </p:nvCxnSpPr>
        <p:spPr>
          <a:xfrm>
            <a:off x="8324398" y="3228048"/>
            <a:ext cx="0" cy="108012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92" name="Google Shape;92;p1"/>
          <p:cNvCxnSpPr/>
          <p:nvPr/>
        </p:nvCxnSpPr>
        <p:spPr>
          <a:xfrm rot="10800000">
            <a:off x="8026062" y="4265301"/>
            <a:ext cx="264654" cy="769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93" name="Google Shape;93;p1"/>
          <p:cNvCxnSpPr/>
          <p:nvPr/>
        </p:nvCxnSpPr>
        <p:spPr>
          <a:xfrm rot="10800000">
            <a:off x="969278" y="4740216"/>
            <a:ext cx="5544616" cy="0"/>
          </a:xfrm>
          <a:prstGeom prst="straightConnector1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94" name="Google Shape;94;p1"/>
          <p:cNvCxnSpPr/>
          <p:nvPr/>
        </p:nvCxnSpPr>
        <p:spPr>
          <a:xfrm>
            <a:off x="969278" y="2482702"/>
            <a:ext cx="0" cy="2257514"/>
          </a:xfrm>
          <a:prstGeom prst="straightConnector1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95" name="Google Shape;95;p1"/>
          <p:cNvCxnSpPr/>
          <p:nvPr/>
        </p:nvCxnSpPr>
        <p:spPr>
          <a:xfrm rot="10800000">
            <a:off x="428685" y="5000690"/>
            <a:ext cx="6085209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96" name="Google Shape;96;p1"/>
          <p:cNvCxnSpPr/>
          <p:nvPr/>
        </p:nvCxnSpPr>
        <p:spPr>
          <a:xfrm>
            <a:off x="428685" y="1083646"/>
            <a:ext cx="0" cy="3917044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97" name="Google Shape;97;p1"/>
          <p:cNvCxnSpPr/>
          <p:nvPr/>
        </p:nvCxnSpPr>
        <p:spPr>
          <a:xfrm rot="10800000">
            <a:off x="428685" y="1106578"/>
            <a:ext cx="540593" cy="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98" name="Google Shape;98;p1"/>
          <p:cNvCxnSpPr/>
          <p:nvPr/>
        </p:nvCxnSpPr>
        <p:spPr>
          <a:xfrm>
            <a:off x="977068" y="1067808"/>
            <a:ext cx="0" cy="416210"/>
          </a:xfrm>
          <a:prstGeom prst="straightConnector1">
            <a:avLst/>
          </a:prstGeom>
          <a:noFill/>
          <a:ln w="762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99" name="Google Shape;99;p1"/>
          <p:cNvCxnSpPr/>
          <p:nvPr/>
        </p:nvCxnSpPr>
        <p:spPr>
          <a:xfrm>
            <a:off x="1329318" y="1067808"/>
            <a:ext cx="0" cy="416210"/>
          </a:xfrm>
          <a:prstGeom prst="straightConnector1">
            <a:avLst/>
          </a:prstGeom>
          <a:noFill/>
          <a:ln w="76200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0" name="Google Shape;100;p1"/>
          <p:cNvCxnSpPr/>
          <p:nvPr/>
        </p:nvCxnSpPr>
        <p:spPr>
          <a:xfrm rot="10800000">
            <a:off x="1329319" y="1067808"/>
            <a:ext cx="2520279" cy="0"/>
          </a:xfrm>
          <a:prstGeom prst="straightConnector1">
            <a:avLst/>
          </a:prstGeom>
          <a:noFill/>
          <a:ln w="76200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1" name="Google Shape;101;p1"/>
          <p:cNvCxnSpPr/>
          <p:nvPr/>
        </p:nvCxnSpPr>
        <p:spPr>
          <a:xfrm>
            <a:off x="3849598" y="1067808"/>
            <a:ext cx="0" cy="1974360"/>
          </a:xfrm>
          <a:prstGeom prst="straightConnector1">
            <a:avLst/>
          </a:prstGeom>
          <a:noFill/>
          <a:ln w="76200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2" name="Google Shape;102;p1"/>
          <p:cNvCxnSpPr/>
          <p:nvPr/>
        </p:nvCxnSpPr>
        <p:spPr>
          <a:xfrm rot="10800000">
            <a:off x="3785976" y="3044872"/>
            <a:ext cx="4744142" cy="0"/>
          </a:xfrm>
          <a:prstGeom prst="straightConnector1">
            <a:avLst/>
          </a:prstGeom>
          <a:noFill/>
          <a:ln w="76200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3" name="Google Shape;103;p1"/>
          <p:cNvCxnSpPr/>
          <p:nvPr/>
        </p:nvCxnSpPr>
        <p:spPr>
          <a:xfrm>
            <a:off x="8530118" y="3042168"/>
            <a:ext cx="0" cy="1410016"/>
          </a:xfrm>
          <a:prstGeom prst="straightConnector1">
            <a:avLst/>
          </a:prstGeom>
          <a:noFill/>
          <a:ln w="76200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4" name="Google Shape;104;p1"/>
          <p:cNvCxnSpPr/>
          <p:nvPr/>
        </p:nvCxnSpPr>
        <p:spPr>
          <a:xfrm rot="10800000">
            <a:off x="8026062" y="4452184"/>
            <a:ext cx="504056" cy="0"/>
          </a:xfrm>
          <a:prstGeom prst="straightConnector1">
            <a:avLst/>
          </a:prstGeom>
          <a:noFill/>
          <a:ln w="76200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5" name="Google Shape;105;p1"/>
          <p:cNvCxnSpPr/>
          <p:nvPr/>
        </p:nvCxnSpPr>
        <p:spPr>
          <a:xfrm>
            <a:off x="1171630" y="923792"/>
            <a:ext cx="1" cy="560226"/>
          </a:xfrm>
          <a:prstGeom prst="straightConnector1">
            <a:avLst/>
          </a:prstGeom>
          <a:noFill/>
          <a:ln w="76200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6" name="Google Shape;106;p1"/>
          <p:cNvCxnSpPr/>
          <p:nvPr/>
        </p:nvCxnSpPr>
        <p:spPr>
          <a:xfrm rot="10800000">
            <a:off x="1171632" y="923792"/>
            <a:ext cx="2893990" cy="0"/>
          </a:xfrm>
          <a:prstGeom prst="straightConnector1">
            <a:avLst/>
          </a:prstGeom>
          <a:noFill/>
          <a:ln w="76200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7" name="Google Shape;107;p1"/>
          <p:cNvCxnSpPr/>
          <p:nvPr/>
        </p:nvCxnSpPr>
        <p:spPr>
          <a:xfrm>
            <a:off x="4065622" y="923792"/>
            <a:ext cx="0" cy="1937864"/>
          </a:xfrm>
          <a:prstGeom prst="straightConnector1">
            <a:avLst/>
          </a:prstGeom>
          <a:noFill/>
          <a:ln w="76200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8" name="Google Shape;108;p1"/>
          <p:cNvCxnSpPr/>
          <p:nvPr/>
        </p:nvCxnSpPr>
        <p:spPr>
          <a:xfrm rot="10800000">
            <a:off x="4026252" y="2861656"/>
            <a:ext cx="4721460" cy="0"/>
          </a:xfrm>
          <a:prstGeom prst="straightConnector1">
            <a:avLst/>
          </a:prstGeom>
          <a:noFill/>
          <a:ln w="76200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9" name="Google Shape;109;p1"/>
          <p:cNvCxnSpPr/>
          <p:nvPr/>
        </p:nvCxnSpPr>
        <p:spPr>
          <a:xfrm>
            <a:off x="8760288" y="2861656"/>
            <a:ext cx="0" cy="1878560"/>
          </a:xfrm>
          <a:prstGeom prst="straightConnector1">
            <a:avLst/>
          </a:prstGeom>
          <a:noFill/>
          <a:ln w="76200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0" name="Google Shape;110;p1"/>
          <p:cNvCxnSpPr/>
          <p:nvPr/>
        </p:nvCxnSpPr>
        <p:spPr>
          <a:xfrm rot="10800000">
            <a:off x="8026062" y="4720668"/>
            <a:ext cx="734226" cy="0"/>
          </a:xfrm>
          <a:prstGeom prst="straightConnector1">
            <a:avLst/>
          </a:prstGeom>
          <a:noFill/>
          <a:ln w="76200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0.wp.com/itler.net/wp-content/uploads/2017/08/NodeMCU-ESP8266-PINs-pinout.jpg">
            <a:extLst>
              <a:ext uri="{FF2B5EF4-FFF2-40B4-BE49-F238E27FC236}">
                <a16:creationId xmlns:a16="http://schemas.microsoft.com/office/drawing/2014/main" id="{A1318214-DA64-41C5-8BC4-6613DD34D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8812"/>
            <a:ext cx="8581292" cy="6122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063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i0.wp.com/itler.net/wp-content/uploads/2017/08/NodeMCU-ESP8266-PINs-pinout.jpg">
            <a:extLst>
              <a:ext uri="{FF2B5EF4-FFF2-40B4-BE49-F238E27FC236}">
                <a16:creationId xmlns:a16="http://schemas.microsoft.com/office/drawing/2014/main" id="{1FBE1B90-FE9E-42EA-8E6D-1B59E7B53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99" y="505339"/>
            <a:ext cx="5639524" cy="40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BME280 I2C or SPI Temperature Humidity Pressure Sensor">
            <a:extLst>
              <a:ext uri="{FF2B5EF4-FFF2-40B4-BE49-F238E27FC236}">
                <a16:creationId xmlns:a16="http://schemas.microsoft.com/office/drawing/2014/main" id="{483BE250-5171-460A-B99E-7DD4C710D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000875" y="37389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A7A17151-7384-4FAB-94AC-1D1F5B963F2D}"/>
              </a:ext>
            </a:extLst>
          </p:cNvPr>
          <p:cNvSpPr/>
          <p:nvPr/>
        </p:nvSpPr>
        <p:spPr>
          <a:xfrm>
            <a:off x="4487592" y="373894"/>
            <a:ext cx="1758463" cy="43106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F21B6D7-4EC7-434D-BB65-688853E01083}"/>
              </a:ext>
            </a:extLst>
          </p:cNvPr>
          <p:cNvCxnSpPr/>
          <p:nvPr/>
        </p:nvCxnSpPr>
        <p:spPr>
          <a:xfrm flipH="1">
            <a:off x="4487592" y="703385"/>
            <a:ext cx="4079633" cy="31652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58142360-10DE-4386-8634-E619562882E7}"/>
              </a:ext>
            </a:extLst>
          </p:cNvPr>
          <p:cNvSpPr txBox="1"/>
          <p:nvPr/>
        </p:nvSpPr>
        <p:spPr>
          <a:xfrm>
            <a:off x="314618" y="4625248"/>
            <a:ext cx="44875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Achtung, warum auch immer, manche Pins sind nicht mit der Spannung versorgt, die rechts oberen 3,3 und GND sind bei meiner </a:t>
            </a:r>
            <a:r>
              <a:rPr lang="de-DE" dirty="0" err="1"/>
              <a:t>NodeMCU</a:t>
            </a:r>
            <a:r>
              <a:rPr lang="de-DE" dirty="0"/>
              <a:t> nicht belegt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8ED3974-44C3-45CE-A300-7AFAC7CF5A53}"/>
              </a:ext>
            </a:extLst>
          </p:cNvPr>
          <p:cNvSpPr txBox="1"/>
          <p:nvPr/>
        </p:nvSpPr>
        <p:spPr>
          <a:xfrm>
            <a:off x="314618" y="5460461"/>
            <a:ext cx="4487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PINBelegung</a:t>
            </a:r>
            <a:r>
              <a:rPr lang="de-DE" dirty="0"/>
              <a:t> von den BME Sensoren ist unterschiedlich!!! PIN D1 ist SCL Pin D2 ist SDA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C87673E9-A9E7-490E-A2CC-94B4F129FA88}"/>
              </a:ext>
            </a:extLst>
          </p:cNvPr>
          <p:cNvCxnSpPr>
            <a:cxnSpLocks/>
          </p:cNvCxnSpPr>
          <p:nvPr/>
        </p:nvCxnSpPr>
        <p:spPr>
          <a:xfrm flipH="1">
            <a:off x="4494627" y="982679"/>
            <a:ext cx="4072598" cy="27300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793F022A-3D07-4812-8431-A2C55EF4D160}"/>
              </a:ext>
            </a:extLst>
          </p:cNvPr>
          <p:cNvCxnSpPr>
            <a:cxnSpLocks/>
          </p:cNvCxnSpPr>
          <p:nvPr/>
        </p:nvCxnSpPr>
        <p:spPr>
          <a:xfrm flipH="1">
            <a:off x="4501663" y="1292512"/>
            <a:ext cx="4065562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32FCAD8-8F88-46CB-B32B-03DC7272368A}"/>
              </a:ext>
            </a:extLst>
          </p:cNvPr>
          <p:cNvCxnSpPr>
            <a:cxnSpLocks/>
          </p:cNvCxnSpPr>
          <p:nvPr/>
        </p:nvCxnSpPr>
        <p:spPr>
          <a:xfrm flipH="1" flipV="1">
            <a:off x="4508698" y="1490559"/>
            <a:ext cx="4058528" cy="81249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4C5E386C-3911-49B1-B727-D0A0B89A5C20}"/>
              </a:ext>
            </a:extLst>
          </p:cNvPr>
          <p:cNvSpPr txBox="1"/>
          <p:nvPr/>
        </p:nvSpPr>
        <p:spPr>
          <a:xfrm>
            <a:off x="5828640" y="3925963"/>
            <a:ext cx="27385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Wenn SD0 auf GND gelegt wird kann ein 2. Sensor angeschlossen werden!!! (sonst offen lassen)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Originaladresse ist: 0x77</a:t>
            </a:r>
          </a:p>
          <a:p>
            <a:endParaRPr lang="de-DE" dirty="0"/>
          </a:p>
          <a:p>
            <a:r>
              <a:rPr lang="de-DE" dirty="0"/>
              <a:t>2.Seosor Adresse:  0x76</a:t>
            </a:r>
          </a:p>
        </p:txBody>
      </p:sp>
    </p:spTree>
    <p:extLst>
      <p:ext uri="{BB962C8B-B14F-4D97-AF65-F5344CB8AC3E}">
        <p14:creationId xmlns:p14="http://schemas.microsoft.com/office/powerpoint/2010/main" val="1531201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FE2FD8EA-B195-4054-9A12-5A12F1E5A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" y="1396218"/>
            <a:ext cx="9594249" cy="406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907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BA14F06-94AB-4EF4-AAE0-794A25B8C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23" y="342964"/>
            <a:ext cx="7475091" cy="59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95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mages.prismic.io/circuito/8e3a980f0f964cc539b4cbbba2654bb660db6f52_arduino-uno-pinout-diagram.png?auto=compress,format">
            <a:extLst>
              <a:ext uri="{FF2B5EF4-FFF2-40B4-BE49-F238E27FC236}">
                <a16:creationId xmlns:a16="http://schemas.microsoft.com/office/drawing/2014/main" id="{55998F0E-0865-4843-AA5D-89513A0D3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4683"/>
            <a:ext cx="91440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924745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Bildschirmpräsentation (4:3)</PresentationFormat>
  <Paragraphs>8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Arial</vt:lpstr>
      <vt:lpstr>Calibri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Gonzalez, Marcel (ext) (DF FA SE DS PE 4)</dc:creator>
  <cp:lastModifiedBy>Marcel Gonzalez</cp:lastModifiedBy>
  <cp:revision>4</cp:revision>
  <dcterms:created xsi:type="dcterms:W3CDTF">2018-07-24T12:37:32Z</dcterms:created>
  <dcterms:modified xsi:type="dcterms:W3CDTF">2021-01-21T08:16:26Z</dcterms:modified>
</cp:coreProperties>
</file>